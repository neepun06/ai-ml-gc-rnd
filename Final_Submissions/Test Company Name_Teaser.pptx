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2023</c:v>
                </c:pt>
                <c:pt idx="1">
                  <c:v>2024</c:v>
                </c:pt>
                <c:pt idx="2">
                  <c:v>2025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9229.69</c:v>
                </c:pt>
                <c:pt idx="1">
                  <c:v>10908.2</c:v>
                </c:pt>
                <c:pt idx="2">
                  <c:v>11554.17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Strictly Private &amp; Confidential - Prepared by Kelp M&amp;A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371600" cy="457200"/>
          </a:xfrm>
          <a:prstGeom prst="rect">
            <a:avLst/>
          </a:prstGeom>
          <a:solidFill>
            <a:srgbClr val="4B00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KELP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4B0082"/>
                </a:solidFill>
              </a:defRPr>
            </a:pPr>
            <a:r>
              <a:t>Project QuantumForge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808080"/>
                </a:solidFill>
              </a:defRPr>
            </a:pPr>
            <a:r>
              <a:t>High-Tech Electronics Manufacturing &amp; Services | Investment Teaser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743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</a:p>
          <a:p>
            <a:pPr/>
            <a:r>
              <a:t>Leading Indian diversified electronics company with global operations across North America, Europe, and Asia.</a:t>
            </a:r>
          </a:p>
          <a:p>
            <a:pPr/>
            <a:r>
              <a:t>Specializes in high-technology solutions for defense, aerospace, and space sectors, including mission-critical electronics and passenger information systems.</a:t>
            </a:r>
          </a:p>
          <a:p>
            <a:pPr/>
            <a:r>
              <a:t>Offers customized product design, manufacturing services, and turnkey solutions with flexible engagement models.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286000"/>
            <a:ext cx="22860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/>
            </a:pPr>
            <a:r>
              <a:t>Key Offerings</a:t>
            </a:r>
          </a:p>
          <a:p>
            <a:r>
              <a:t>{{KEY_PRODUCTS}}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228600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4297680"/>
            <a:ext cx="2743200" cy="18288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Strictly Private &amp; Confidential - Prepared by Kelp M&amp;A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371600" cy="457200"/>
          </a:xfrm>
          <a:prstGeom prst="rect">
            <a:avLst/>
          </a:prstGeom>
          <a:solidFill>
            <a:srgbClr val="4B00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KELP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Financial &amp; Operational Scale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2743200" cy="1371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Revenue CAGR</a:t>
            </a:r>
          </a:p>
          <a:p>
            <a:pPr>
              <a:defRPr sz="2400" b="1">
                <a:solidFill>
                  <a:srgbClr val="4B0082"/>
                </a:solidFill>
              </a:defRPr>
            </a:pPr>
            <a:r>
              <a:t>{{REVENUE_CAGR}}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2743200" cy="1371600"/>
          </a:xfrm>
          <a:prstGeom prst="roundRect">
            <a:avLst/>
          </a:prstGeom>
          <a:solidFill>
            <a:srgbClr val="F0F0F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EBITDA Margin</a:t>
            </a:r>
          </a:p>
          <a:p>
            <a:pPr>
              <a:defRPr sz="2400" b="1">
                <a:solidFill>
                  <a:srgbClr val="4B0082"/>
                </a:solidFill>
              </a:defRPr>
            </a:pPr>
            <a:r>
              <a:t>8.4%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572000"/>
            <a:ext cx="2743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{{KEY_METRICS}}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3657600" y="1371600"/>
          <a:ext cx="5029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58368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646464"/>
                </a:solidFill>
              </a:defRPr>
            </a:pPr>
            <a:r>
              <a:t>Strictly Private &amp; Confidential - Prepared by Kelp M&amp;A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82880"/>
            <a:ext cx="1371600" cy="457200"/>
          </a:xfrm>
          <a:prstGeom prst="rect">
            <a:avLst/>
          </a:prstGeom>
          <a:solidFill>
            <a:srgbClr val="4B0082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KELP LOGO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/>
            </a:pPr>
            <a:r>
              <a:t>Investment Highlights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  <a:ln>
            <a:solidFill>
              <a:srgbClr val="4B00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• Established leader with nearly three decades of experience in critical high-tech electronics sectors.
• Strategic partnerships with key defense and space organizations (DRDO, ISRO) and global players like Thales and Rafael.
• Proven capability in delivering complex, mission-critical solutions with a diversified global customer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